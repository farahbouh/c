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71" r:id="rId7"/>
    <p:sldId id="270" r:id="rId8"/>
    <p:sldId id="258" r:id="rId9"/>
    <p:sldId id="262" r:id="rId10"/>
    <p:sldId id="268" r:id="rId11"/>
    <p:sldId id="261" r:id="rId12"/>
    <p:sldId id="264" r:id="rId13"/>
    <p:sldId id="259" r:id="rId14"/>
    <p:sldId id="272" r:id="rId15"/>
    <p:sldId id="260" r:id="rId16"/>
    <p:sldId id="265" r:id="rId17"/>
    <p:sldId id="266" r:id="rId18"/>
    <p:sldId id="267" r:id="rId19"/>
    <p:sldId id="273" r:id="rId20"/>
    <p:sldId id="269" r:id="rId2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>
        <p:scale>
          <a:sx n="75" d="100"/>
          <a:sy n="75" d="100"/>
        </p:scale>
        <p:origin x="113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6DAD0E-C0BC-0566-8AEA-1606023650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6024979-A552-293C-52A5-9F712BBFE5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3823EDD-A3A1-5FAC-D605-373DCDE98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96D48-6966-4080-AD54-95D2D0A51F1D}" type="datetimeFigureOut">
              <a:rPr lang="fr-FR" smtClean="0"/>
              <a:t>21/04/2025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404D4E3-B89E-65F8-48FC-1D4826733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9343D85-9FF5-8717-6D24-8AF3A3639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56822-CE19-4705-A243-B89873A7E8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9948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E17D45-0270-736A-B9B7-79E183346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7942086-B84A-3920-E268-95E78458D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393A610-3173-8B43-9A6B-5884F02A0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96D48-6966-4080-AD54-95D2D0A51F1D}" type="datetimeFigureOut">
              <a:rPr lang="fr-FR" smtClean="0"/>
              <a:t>21/04/2025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143BA1A-DAC5-0A75-E8B8-392C0B197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6584287-03B4-A4C7-541D-00EF16D85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56822-CE19-4705-A243-B89873A7E8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3762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50A09C-BBCE-8DA6-F7BE-792E3CA9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991CB0F-884B-2F67-EFD2-5758D2E33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8E005EE-1987-1CCF-6142-1A3A1DB88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96D48-6966-4080-AD54-95D2D0A51F1D}" type="datetimeFigureOut">
              <a:rPr lang="fr-FR" smtClean="0"/>
              <a:t>21/04/2025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9331685-C9E3-1B7B-CC49-F1DC55EEE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6FE074A-0EE4-D7AB-5A36-78A962C1E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56822-CE19-4705-A243-B89873A7E8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4967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1F079C-C94A-9B15-FFAD-E0F779A54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C0AC77-F901-7B37-C160-60663C339E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70D24E4-AFE2-28BB-86C4-F2DB72AC40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AD333B0-FC33-D186-A657-0076464A4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96D48-6966-4080-AD54-95D2D0A51F1D}" type="datetimeFigureOut">
              <a:rPr lang="fr-FR" smtClean="0"/>
              <a:t>21/04/2025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82BAB48-BAD5-0B06-6B23-E3781F4CC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3263AA4-F175-A17A-E354-5C293C09E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56822-CE19-4705-A243-B89873A7E8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9896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AE56F6-132A-B4D9-33C4-4AA4FACB9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F2E715B-F749-D316-CECE-A14F22622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D76587A-ADA6-F118-9F3C-786AA5CA02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5094A45-F250-1D31-CB54-DC19B682B2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DC8D2E6-9F3A-89BE-77CF-94937506F5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E19CD7D-D4A3-8F43-5CFF-3991E7248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96D48-6966-4080-AD54-95D2D0A51F1D}" type="datetimeFigureOut">
              <a:rPr lang="fr-FR" smtClean="0"/>
              <a:t>21/04/2025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61E7178-701A-7CE6-4B81-80933E592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B96C5DF-EF97-AB0B-9D79-EAFF657B4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56822-CE19-4705-A243-B89873A7E8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5620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07CB9B-6875-9400-2FCF-179E6361D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93953B8-1CEB-0634-635B-EEA47567B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96D48-6966-4080-AD54-95D2D0A51F1D}" type="datetimeFigureOut">
              <a:rPr lang="fr-FR" smtClean="0"/>
              <a:t>21/04/2025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B1FB601-C4C8-BBCB-292E-C75F33699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AA3E046-3E64-E173-1DD4-46C3F751C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56822-CE19-4705-A243-B89873A7E8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3392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5E58954-FAA1-6073-C933-5E33D7BE6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96D48-6966-4080-AD54-95D2D0A51F1D}" type="datetimeFigureOut">
              <a:rPr lang="fr-FR" smtClean="0"/>
              <a:t>21/04/2025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BF52C2C-D3E0-9D75-F18D-D8C59255C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C3ACC1D-2548-1583-F6B5-902B05EA6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56822-CE19-4705-A243-B89873A7E8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5133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279DC8-D7FC-D45A-E666-398A0D7ED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15A5F5D-DFA1-FD5F-ECA6-3F4CAA24DA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0B055BD-3DB6-5FA8-0EF6-4048650F6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9C0EA74-3A4C-AC9B-7689-2E16D3D4E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96D48-6966-4080-AD54-95D2D0A51F1D}" type="datetimeFigureOut">
              <a:rPr lang="fr-FR" smtClean="0"/>
              <a:t>21/04/2025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9998811-FAEA-4EA6-6AB1-1A123623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56F5A7D-353C-94B0-C0B3-AA425DBB7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56822-CE19-4705-A243-B89873A7E8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9048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31BE4E-884A-8E4C-0DF1-0B4EE7F67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0C96A07-F2A3-1389-4545-572CFC9284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1791624-64F4-C5CE-8F94-D75A4D06E2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678B1D5-F6AF-1FB4-EF4B-61F1133D0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96D48-6966-4080-AD54-95D2D0A51F1D}" type="datetimeFigureOut">
              <a:rPr lang="fr-FR" smtClean="0"/>
              <a:t>21/04/2025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E73FA42-6F6E-C6DA-FF98-0017026E2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1FAC24F-5334-C05E-B2F0-6BD84558B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56822-CE19-4705-A243-B89873A7E8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4242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E57E43-B078-F900-5028-380376262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957999A-816F-6DF9-A925-B54F17E3FC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6571835-D574-D1CD-539A-A07937412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96D48-6966-4080-AD54-95D2D0A51F1D}" type="datetimeFigureOut">
              <a:rPr lang="fr-FR" smtClean="0"/>
              <a:t>21/04/2025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7BA2FC8-43C7-F5E8-027B-F4EEA2BA8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D373DF8-B1D1-D2AD-6F7A-FCFC7665A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56822-CE19-4705-A243-B89873A7E8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2090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9C0BC68-74BA-7C28-C7F4-5EDCD8CC76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B093767-F445-E924-0E74-B1E5C4CAD0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DB4656E-FCB8-9704-8937-EBC0A6B91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96D48-6966-4080-AD54-95D2D0A51F1D}" type="datetimeFigureOut">
              <a:rPr lang="fr-FR" smtClean="0"/>
              <a:t>21/04/2025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B4A2BBF-0D17-974D-9CDC-0587FE6F7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1B2851B-CBE6-EDFB-87C8-E93689093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56822-CE19-4705-A243-B89873A7E8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7140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E3015C1-799F-4EEE-933C-125EB6631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A6FCB6B-DD12-10C6-FB8E-6FB31DC64D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3BC5781-68EA-7C25-077D-CA67457EAB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696D48-6966-4080-AD54-95D2D0A51F1D}" type="datetimeFigureOut">
              <a:rPr lang="fr-FR" smtClean="0"/>
              <a:t>21/04/2025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4FA4B8C-1572-FB29-4D55-C6C0C55F97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5F3FD30-F757-1E79-1CFB-AB0763DE3D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656822-CE19-4705-A243-B89873A7E8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1081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4" name="Rectangle 1043">
            <a:extLst>
              <a:ext uri="{FF2B5EF4-FFF2-40B4-BE49-F238E27FC236}">
                <a16:creationId xmlns:a16="http://schemas.microsoft.com/office/drawing/2014/main" id="{526E0BFB-CDF1-4990-8C11-AC849311E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Warum spielen für Kinder so wichtig ist">
            <a:extLst>
              <a:ext uri="{FF2B5EF4-FFF2-40B4-BE49-F238E27FC236}">
                <a16:creationId xmlns:a16="http://schemas.microsoft.com/office/drawing/2014/main" id="{580D3E24-9DB7-7D77-2139-63E792C89F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63" t="7697" b="1394"/>
          <a:stretch/>
        </p:blipFill>
        <p:spPr bwMode="auto">
          <a:xfrm>
            <a:off x="-2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6" name="Rectangle 1045">
            <a:extLst>
              <a:ext uri="{FF2B5EF4-FFF2-40B4-BE49-F238E27FC236}">
                <a16:creationId xmlns:a16="http://schemas.microsoft.com/office/drawing/2014/main" id="{6069A1F8-9BEB-4786-9694-FC48B2D75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788244" y="0"/>
            <a:ext cx="940375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0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0444D55-3906-339E-D0EE-23DA587067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fr-FR" sz="4800">
                <a:solidFill>
                  <a:schemeClr val="bg1"/>
                </a:solidFill>
              </a:rPr>
              <a:t>Projet : Ludifai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6788B70-6030-AB3B-1E92-2A0CC546A8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8600" y="4872922"/>
            <a:ext cx="4023360" cy="1208141"/>
          </a:xfrm>
        </p:spPr>
        <p:txBody>
          <a:bodyPr>
            <a:normAutofit/>
          </a:bodyPr>
          <a:lstStyle/>
          <a:p>
            <a:pPr algn="l"/>
            <a:r>
              <a:rPr lang="fr-FR" sz="2000">
                <a:solidFill>
                  <a:schemeClr val="bg1"/>
                </a:solidFill>
              </a:rPr>
              <a:t>Aissatou BARRY</a:t>
            </a:r>
          </a:p>
          <a:p>
            <a:pPr algn="l"/>
            <a:r>
              <a:rPr lang="fr-FR" sz="2000">
                <a:solidFill>
                  <a:schemeClr val="bg1"/>
                </a:solidFill>
              </a:rPr>
              <a:t>Farah BOUHNAIDA</a:t>
            </a:r>
          </a:p>
          <a:p>
            <a:pPr algn="l"/>
            <a:r>
              <a:rPr lang="fr-FR" sz="2000">
                <a:solidFill>
                  <a:schemeClr val="bg1"/>
                </a:solidFill>
              </a:rPr>
              <a:t>Imene CHOUIKI</a:t>
            </a:r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731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4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D6285D8-DAB5-2863-32F1-B7A7F8302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fr-FR" sz="5400" dirty="0"/>
              <a:t>Introduction</a:t>
            </a:r>
          </a:p>
        </p:txBody>
      </p:sp>
      <p:pic>
        <p:nvPicPr>
          <p:cNvPr id="30" name="Picture 4" descr="Dés et pions sur un jeu de plateau">
            <a:extLst>
              <a:ext uri="{FF2B5EF4-FFF2-40B4-BE49-F238E27FC236}">
                <a16:creationId xmlns:a16="http://schemas.microsoft.com/office/drawing/2014/main" id="{E26F5478-011C-328C-62E1-81E854C222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564" r="38275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3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Espace réservé du contenu 2">
            <a:extLst>
              <a:ext uri="{FF2B5EF4-FFF2-40B4-BE49-F238E27FC236}">
                <a16:creationId xmlns:a16="http://schemas.microsoft.com/office/drawing/2014/main" id="{72C43595-A376-1E79-72F2-A5A0C3372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r>
              <a:rPr lang="fr-FR" sz="2200"/>
              <a:t>Le jeu Ludo.</a:t>
            </a:r>
          </a:p>
          <a:p>
            <a:r>
              <a:rPr lang="fr-FR" sz="2200"/>
              <a:t>Version numérique du jeu de société classique, où les joueurs déplacent leurs pions sur un plateau en fonction des résultats des dés.</a:t>
            </a:r>
          </a:p>
          <a:p>
            <a:r>
              <a:rPr lang="fr-FR" sz="2200"/>
              <a:t>Objectif : amener tous leurs pions dans la maison avant les autres joueurs.</a:t>
            </a:r>
          </a:p>
        </p:txBody>
      </p:sp>
    </p:spTree>
    <p:extLst>
      <p:ext uri="{BB962C8B-B14F-4D97-AF65-F5344CB8AC3E}">
        <p14:creationId xmlns:p14="http://schemas.microsoft.com/office/powerpoint/2010/main" val="2694024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D6285D8-DAB5-2863-32F1-B7A7F8302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fr-FR" sz="5400" dirty="0"/>
              <a:t>Objectif du projet</a:t>
            </a:r>
          </a:p>
        </p:txBody>
      </p:sp>
      <p:sp>
        <p:nvSpPr>
          <p:cNvPr id="47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Espace réservé du contenu 2">
            <a:extLst>
              <a:ext uri="{FF2B5EF4-FFF2-40B4-BE49-F238E27FC236}">
                <a16:creationId xmlns:a16="http://schemas.microsoft.com/office/drawing/2014/main" id="{72C43595-A376-1E79-72F2-A5A0C3372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fr-FR" sz="2400" dirty="0"/>
              <a:t>Jeu fonctionnelle</a:t>
            </a:r>
          </a:p>
          <a:p>
            <a:r>
              <a:rPr lang="fr-FR" sz="2400" dirty="0"/>
              <a:t>Mode multijoueur en local et en ligne </a:t>
            </a:r>
          </a:p>
          <a:p>
            <a:r>
              <a:rPr lang="fr-FR" sz="2400" dirty="0"/>
              <a:t>Mode solo contre l’IA</a:t>
            </a:r>
          </a:p>
          <a:p>
            <a:r>
              <a:rPr lang="fr-FR" sz="2400" dirty="0"/>
              <a:t>Interface ergonomique (avec SDL2) </a:t>
            </a:r>
          </a:p>
          <a:p>
            <a:r>
              <a:rPr lang="fr-FR" sz="2400" dirty="0"/>
              <a:t>Personnalisation des pions et du plateau </a:t>
            </a:r>
          </a:p>
          <a:p>
            <a:r>
              <a:rPr lang="fr-FR" sz="2400" dirty="0"/>
              <a:t>Effets sonores et animations pour rendre l’expérience plus immersive </a:t>
            </a:r>
          </a:p>
        </p:txBody>
      </p:sp>
    </p:spTree>
    <p:extLst>
      <p:ext uri="{BB962C8B-B14F-4D97-AF65-F5344CB8AC3E}">
        <p14:creationId xmlns:p14="http://schemas.microsoft.com/office/powerpoint/2010/main" val="1591898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465A0B-E95C-0540-C7EE-6796CB2A6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9FCEEC87-F5DD-E150-F496-1E0E1CBF59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591" y="231755"/>
            <a:ext cx="6033980" cy="6261120"/>
          </a:xfr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174DAC3-4AF4-987F-6A7E-E4170D766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9111" y="231754"/>
            <a:ext cx="6072889" cy="6261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404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15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Rectangle 17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9096D2F-B41A-6E1A-B567-C7E33DACB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4988" y="1442172"/>
            <a:ext cx="8582025" cy="21773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Diagramme UML</a:t>
            </a:r>
          </a:p>
        </p:txBody>
      </p:sp>
      <p:sp>
        <p:nvSpPr>
          <p:cNvPr id="26" name="Rectangle: Rounded Corners 19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913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8082FF-55FE-6246-A99C-4C8C34487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19" name="Espace réservé du contenu 18" descr="Une image contenant texte, capture d’écran, Police, Parallèle&#10;&#10;Description générée automatiquement">
            <a:extLst>
              <a:ext uri="{FF2B5EF4-FFF2-40B4-BE49-F238E27FC236}">
                <a16:creationId xmlns:a16="http://schemas.microsoft.com/office/drawing/2014/main" id="{FB4F7348-96C0-0758-61BB-17CE010EF4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950" y="-11099"/>
            <a:ext cx="9944100" cy="6869099"/>
          </a:xfrm>
        </p:spPr>
      </p:pic>
    </p:spTree>
    <p:extLst>
      <p:ext uri="{BB962C8B-B14F-4D97-AF65-F5344CB8AC3E}">
        <p14:creationId xmlns:p14="http://schemas.microsoft.com/office/powerpoint/2010/main" val="4186671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A2C7D83-CB69-09EE-FDF5-7FE4D4876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fr-FR" sz="5400"/>
              <a:t>Résumé des classes</a:t>
            </a:r>
          </a:p>
        </p:txBody>
      </p:sp>
      <p:sp>
        <p:nvSpPr>
          <p:cNvPr id="33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Espace réservé du contenu 2">
            <a:extLst>
              <a:ext uri="{FF2B5EF4-FFF2-40B4-BE49-F238E27FC236}">
                <a16:creationId xmlns:a16="http://schemas.microsoft.com/office/drawing/2014/main" id="{6415B6F8-F232-87FA-87B7-FC744FD2F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fr-FR" sz="2200" dirty="0"/>
              <a:t>De : utilisé pour lancer un chiffre aléatoire (souvent entre 1 et 6) qui détermine combien de cases un joueur peut déplacer ses </a:t>
            </a:r>
            <a:r>
              <a:rPr lang="fr-FR" sz="2200" dirty="0" err="1"/>
              <a:t>pions.Pion</a:t>
            </a:r>
            <a:r>
              <a:rPr lang="fr-FR" sz="2200" dirty="0"/>
              <a:t> : Représente une pièce du joueur qui se déplace sur le plateau selon les résultats des dés.</a:t>
            </a:r>
          </a:p>
          <a:p>
            <a:r>
              <a:rPr lang="fr-FR" sz="2200" dirty="0"/>
              <a:t>Joueur : contrôle des pions d'une couleur spécifique et cherche à les amener à la zone de sécurité.</a:t>
            </a:r>
          </a:p>
          <a:p>
            <a:r>
              <a:rPr lang="fr-FR" sz="2200" dirty="0"/>
              <a:t>Jeu : gère le déroulement de la partie, les tours de jeu et la condition de fin.</a:t>
            </a:r>
          </a:p>
          <a:p>
            <a:r>
              <a:rPr lang="fr-FR" sz="2200" dirty="0" err="1"/>
              <a:t>Color</a:t>
            </a:r>
            <a:r>
              <a:rPr lang="fr-FR" sz="2200" dirty="0"/>
              <a:t> : détermine la couleur des pions et des cases du joueur.</a:t>
            </a:r>
          </a:p>
          <a:p>
            <a:r>
              <a:rPr lang="fr-FR" sz="2200" dirty="0"/>
              <a:t>Image : affiche les éléments graphiques du jeu (pions, dés, plateau) à l'écran.</a:t>
            </a:r>
          </a:p>
          <a:p>
            <a:r>
              <a:rPr lang="fr-FR" sz="2200" dirty="0" err="1"/>
              <a:t>AffichageSDL</a:t>
            </a:r>
            <a:r>
              <a:rPr lang="fr-FR" sz="2200" dirty="0"/>
              <a:t> : gère l'affichage visuel du jeu en utilisant la bibliothèque SDL.</a:t>
            </a:r>
          </a:p>
          <a:p>
            <a:endParaRPr lang="fr-FR" sz="2200" dirty="0"/>
          </a:p>
          <a:p>
            <a:endParaRPr lang="fr-FR" sz="2200" dirty="0"/>
          </a:p>
        </p:txBody>
      </p:sp>
    </p:spTree>
    <p:extLst>
      <p:ext uri="{BB962C8B-B14F-4D97-AF65-F5344CB8AC3E}">
        <p14:creationId xmlns:p14="http://schemas.microsoft.com/office/powerpoint/2010/main" val="3466335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26A9B87-464F-DA61-E7AE-DAF86542F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4988" y="1442172"/>
            <a:ext cx="8582025" cy="21773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Joueur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274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0D52AD-855A-D0F6-B36A-3B0DDF4F3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6157686" cy="1325563"/>
          </a:xfrm>
        </p:spPr>
        <p:txBody>
          <a:bodyPr/>
          <a:lstStyle/>
          <a:p>
            <a:r>
              <a:rPr lang="fr-FR" dirty="0"/>
              <a:t>Joueur : Diagramme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5BABCE8-83E3-D6A6-9375-E12C53B0F3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6157686" cy="4351338"/>
          </a:xfrm>
        </p:spPr>
        <p:txBody>
          <a:bodyPr/>
          <a:lstStyle/>
          <a:p>
            <a:r>
              <a:rPr lang="fr-FR" dirty="0" err="1"/>
              <a:t>Rentrerpiondanslabase</a:t>
            </a:r>
            <a:r>
              <a:rPr lang="fr-FR" dirty="0"/>
              <a:t> : permet de faire retourner un joueur dans sa base et réinitialiser sa position et le nombre de case parcouru</a:t>
            </a:r>
          </a:p>
          <a:p>
            <a:r>
              <a:rPr lang="fr-FR" dirty="0" err="1"/>
              <a:t>Remplircoordonner</a:t>
            </a:r>
            <a:r>
              <a:rPr lang="fr-FR" dirty="0"/>
              <a:t> : permet de remplir le tab de coordonnées des pions dans la poule 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BB83BA3-94F9-2B23-9F0A-5D5001C08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7143" y="73171"/>
            <a:ext cx="4717143" cy="6777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301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B479A85-9A84-64CD-FA81-44D7CA0C3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4988" y="1442172"/>
            <a:ext cx="8582025" cy="21773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Jeu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809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885852-A06E-D601-438D-B013861BB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206067" cy="1325563"/>
          </a:xfrm>
        </p:spPr>
        <p:txBody>
          <a:bodyPr/>
          <a:lstStyle/>
          <a:p>
            <a:r>
              <a:rPr lang="fr-FR" dirty="0"/>
              <a:t>Jeu : Diagramme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90004D-8667-B3AF-6D0D-E0653F394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06067" cy="4351338"/>
          </a:xfrm>
        </p:spPr>
        <p:txBody>
          <a:bodyPr/>
          <a:lstStyle/>
          <a:p>
            <a:r>
              <a:rPr lang="fr-FR" dirty="0"/>
              <a:t>Plateau : permet d’afficher un plateau</a:t>
            </a:r>
          </a:p>
          <a:p>
            <a:r>
              <a:rPr lang="fr-FR" dirty="0"/>
              <a:t>Collision : permet de vérifier les collisions </a:t>
            </a:r>
          </a:p>
          <a:p>
            <a:r>
              <a:rPr lang="fr-FR" dirty="0"/>
              <a:t>Gérer tour : permet de </a:t>
            </a:r>
            <a:r>
              <a:rPr lang="fr-FR" dirty="0" err="1"/>
              <a:t>gere</a:t>
            </a:r>
            <a:r>
              <a:rPr lang="fr-FR" dirty="0"/>
              <a:t> les actions d’un joueur et donc ce qu’il va pouvoir faire dans un tour</a:t>
            </a:r>
          </a:p>
          <a:p>
            <a:r>
              <a:rPr lang="fr-FR" dirty="0"/>
              <a:t>Démarrer jeu : permet de lancer le jeu</a:t>
            </a:r>
          </a:p>
        </p:txBody>
      </p:sp>
      <p:pic>
        <p:nvPicPr>
          <p:cNvPr id="6" name="Image 5" descr="Une image contenant texte, capture d’écran, Police, Parallèle&#10;&#10;Description générée automatiquement">
            <a:extLst>
              <a:ext uri="{FF2B5EF4-FFF2-40B4-BE49-F238E27FC236}">
                <a16:creationId xmlns:a16="http://schemas.microsoft.com/office/drawing/2014/main" id="{0E7B0D87-998E-B28D-9EC5-86D6EC3839B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148" r="79294"/>
          <a:stretch/>
        </p:blipFill>
        <p:spPr>
          <a:xfrm>
            <a:off x="7882228" y="-44450"/>
            <a:ext cx="4015988" cy="694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493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FCCDCB7-A8F2-A4AC-E754-0E1360A30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4988" y="1442172"/>
            <a:ext cx="8582025" cy="21773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AffichageSDL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2187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180F3B-9AA4-CF4A-33DA-14B1DB3E3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461000" cy="1325563"/>
          </a:xfrm>
        </p:spPr>
        <p:txBody>
          <a:bodyPr/>
          <a:lstStyle/>
          <a:p>
            <a:r>
              <a:rPr lang="fr-FR" dirty="0" err="1"/>
              <a:t>AffichageSDL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265E08C-8A7F-2222-99B5-2FBEE4415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61000" cy="4351338"/>
          </a:xfrm>
        </p:spPr>
        <p:txBody>
          <a:bodyPr/>
          <a:lstStyle/>
          <a:p>
            <a:r>
              <a:rPr lang="fr-FR" dirty="0" err="1"/>
              <a:t>AnimerDeplacement</a:t>
            </a:r>
            <a:r>
              <a:rPr lang="fr-FR" dirty="0"/>
              <a:t> : permet de faire déplacer petit à petit le pion sur le plateau.</a:t>
            </a:r>
          </a:p>
          <a:p>
            <a:r>
              <a:rPr lang="fr-FR" dirty="0" err="1"/>
              <a:t>AffichageSDL</a:t>
            </a:r>
            <a:r>
              <a:rPr lang="fr-FR" dirty="0"/>
              <a:t> : permet d’afficher l’ensemble du jeu</a:t>
            </a:r>
          </a:p>
          <a:p>
            <a:r>
              <a:rPr lang="fr-FR" dirty="0" err="1"/>
              <a:t>SdlBoucle</a:t>
            </a:r>
            <a:r>
              <a:rPr lang="fr-FR" dirty="0"/>
              <a:t> : permet de maintenir le jeu en cours et d’animer le jeu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0AB6ACA-C211-E10B-19EA-DAE3305B4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343" y="0"/>
            <a:ext cx="57476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2144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64E006-11C9-9660-AE71-2EC803501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Problématique rencontrées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7E2E88F-84C4-837F-0D16-99FE2ABAE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Représentation du chemin en fonction des joueurs</a:t>
            </a:r>
          </a:p>
          <a:p>
            <a:r>
              <a:rPr lang="fr-FR" dirty="0"/>
              <a:t>Implémentation des règles subtiles du LUDO</a:t>
            </a:r>
          </a:p>
          <a:p>
            <a:r>
              <a:rPr lang="fr-FR" dirty="0"/>
              <a:t>Affichage graphique</a:t>
            </a:r>
          </a:p>
          <a:p>
            <a:r>
              <a:rPr lang="fr-FR" dirty="0"/>
              <a:t>&gt; Soucis de représentation</a:t>
            </a:r>
          </a:p>
          <a:p>
            <a:r>
              <a:rPr lang="fr-FR" dirty="0"/>
              <a:t>&gt; Affichage trop rapide des actions.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528994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12E7CC5-C78B-4EBD-9565-3FA00FAA6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A4529A5-F675-429F-8044-01372BB13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7562008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FCCDCB7-A8F2-A4AC-E754-0E1360A30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037" y="1298448"/>
            <a:ext cx="5895178" cy="409964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11" name="sketch line 1">
            <a:extLst>
              <a:ext uri="{FF2B5EF4-FFF2-40B4-BE49-F238E27FC236}">
                <a16:creationId xmlns:a16="http://schemas.microsoft.com/office/drawing/2014/main" id="{32C5B66D-E390-4A14-AB60-69626CBF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562635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646273DA-F933-4D17-A5FE-B1EF87FD7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0653" y="5626353"/>
            <a:ext cx="3479619" cy="18288"/>
          </a:xfrm>
          <a:custGeom>
            <a:avLst/>
            <a:gdLst>
              <a:gd name="connsiteX0" fmla="*/ 0 w 3479619"/>
              <a:gd name="connsiteY0" fmla="*/ 0 h 18288"/>
              <a:gd name="connsiteX1" fmla="*/ 661128 w 3479619"/>
              <a:gd name="connsiteY1" fmla="*/ 0 h 18288"/>
              <a:gd name="connsiteX2" fmla="*/ 1357051 w 3479619"/>
              <a:gd name="connsiteY2" fmla="*/ 0 h 18288"/>
              <a:gd name="connsiteX3" fmla="*/ 2087771 w 3479619"/>
              <a:gd name="connsiteY3" fmla="*/ 0 h 18288"/>
              <a:gd name="connsiteX4" fmla="*/ 2818491 w 3479619"/>
              <a:gd name="connsiteY4" fmla="*/ 0 h 18288"/>
              <a:gd name="connsiteX5" fmla="*/ 3479619 w 3479619"/>
              <a:gd name="connsiteY5" fmla="*/ 0 h 18288"/>
              <a:gd name="connsiteX6" fmla="*/ 3479619 w 3479619"/>
              <a:gd name="connsiteY6" fmla="*/ 18288 h 18288"/>
              <a:gd name="connsiteX7" fmla="*/ 2714103 w 3479619"/>
              <a:gd name="connsiteY7" fmla="*/ 18288 h 18288"/>
              <a:gd name="connsiteX8" fmla="*/ 1948587 w 3479619"/>
              <a:gd name="connsiteY8" fmla="*/ 18288 h 18288"/>
              <a:gd name="connsiteX9" fmla="*/ 1252663 w 3479619"/>
              <a:gd name="connsiteY9" fmla="*/ 18288 h 18288"/>
              <a:gd name="connsiteX10" fmla="*/ 0 w 3479619"/>
              <a:gd name="connsiteY10" fmla="*/ 18288 h 18288"/>
              <a:gd name="connsiteX11" fmla="*/ 0 w 3479619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479619" h="18288" fill="none" extrusionOk="0">
                <a:moveTo>
                  <a:pt x="0" y="0"/>
                </a:moveTo>
                <a:cubicBezTo>
                  <a:pt x="178395" y="-3637"/>
                  <a:pt x="368619" y="-28254"/>
                  <a:pt x="661128" y="0"/>
                </a:cubicBezTo>
                <a:cubicBezTo>
                  <a:pt x="953637" y="28254"/>
                  <a:pt x="1022982" y="-4416"/>
                  <a:pt x="1357051" y="0"/>
                </a:cubicBezTo>
                <a:cubicBezTo>
                  <a:pt x="1691120" y="4416"/>
                  <a:pt x="1729558" y="27777"/>
                  <a:pt x="2087771" y="0"/>
                </a:cubicBezTo>
                <a:cubicBezTo>
                  <a:pt x="2445984" y="-27777"/>
                  <a:pt x="2592094" y="4429"/>
                  <a:pt x="2818491" y="0"/>
                </a:cubicBezTo>
                <a:cubicBezTo>
                  <a:pt x="3044888" y="-4429"/>
                  <a:pt x="3204567" y="26471"/>
                  <a:pt x="3479619" y="0"/>
                </a:cubicBezTo>
                <a:cubicBezTo>
                  <a:pt x="3478910" y="8157"/>
                  <a:pt x="3479206" y="12125"/>
                  <a:pt x="3479619" y="18288"/>
                </a:cubicBezTo>
                <a:cubicBezTo>
                  <a:pt x="3315855" y="-2963"/>
                  <a:pt x="3094885" y="26965"/>
                  <a:pt x="2714103" y="18288"/>
                </a:cubicBezTo>
                <a:cubicBezTo>
                  <a:pt x="2333321" y="9611"/>
                  <a:pt x="2260528" y="-15335"/>
                  <a:pt x="1948587" y="18288"/>
                </a:cubicBezTo>
                <a:cubicBezTo>
                  <a:pt x="1636646" y="51911"/>
                  <a:pt x="1489816" y="46369"/>
                  <a:pt x="1252663" y="18288"/>
                </a:cubicBezTo>
                <a:cubicBezTo>
                  <a:pt x="1015510" y="-9793"/>
                  <a:pt x="519812" y="-12177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479619" h="18288" stroke="0" extrusionOk="0">
                <a:moveTo>
                  <a:pt x="0" y="0"/>
                </a:moveTo>
                <a:cubicBezTo>
                  <a:pt x="326045" y="25020"/>
                  <a:pt x="425411" y="-17676"/>
                  <a:pt x="661128" y="0"/>
                </a:cubicBezTo>
                <a:cubicBezTo>
                  <a:pt x="896845" y="17676"/>
                  <a:pt x="1124825" y="1478"/>
                  <a:pt x="1252663" y="0"/>
                </a:cubicBezTo>
                <a:cubicBezTo>
                  <a:pt x="1380502" y="-1478"/>
                  <a:pt x="1694914" y="11788"/>
                  <a:pt x="2018179" y="0"/>
                </a:cubicBezTo>
                <a:cubicBezTo>
                  <a:pt x="2341444" y="-11788"/>
                  <a:pt x="2451167" y="12596"/>
                  <a:pt x="2679307" y="0"/>
                </a:cubicBezTo>
                <a:cubicBezTo>
                  <a:pt x="2907447" y="-12596"/>
                  <a:pt x="3094555" y="23821"/>
                  <a:pt x="3479619" y="0"/>
                </a:cubicBezTo>
                <a:cubicBezTo>
                  <a:pt x="3479355" y="4493"/>
                  <a:pt x="3480003" y="9472"/>
                  <a:pt x="3479619" y="18288"/>
                </a:cubicBezTo>
                <a:cubicBezTo>
                  <a:pt x="3311729" y="36782"/>
                  <a:pt x="3015946" y="7938"/>
                  <a:pt x="2783695" y="18288"/>
                </a:cubicBezTo>
                <a:cubicBezTo>
                  <a:pt x="2551444" y="28638"/>
                  <a:pt x="2398767" y="-13940"/>
                  <a:pt x="2018179" y="18288"/>
                </a:cubicBezTo>
                <a:cubicBezTo>
                  <a:pt x="1637591" y="50516"/>
                  <a:pt x="1634873" y="-6356"/>
                  <a:pt x="1426644" y="18288"/>
                </a:cubicBezTo>
                <a:cubicBezTo>
                  <a:pt x="1218415" y="42932"/>
                  <a:pt x="1006973" y="4094"/>
                  <a:pt x="730720" y="18288"/>
                </a:cubicBezTo>
                <a:cubicBezTo>
                  <a:pt x="454467" y="32482"/>
                  <a:pt x="291313" y="3910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6501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6285D8-DAB5-2863-32F1-B7A7F8302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fr-FR" sz="5400" dirty="0"/>
              <a:t>Objectif</a:t>
            </a:r>
          </a:p>
        </p:txBody>
      </p:sp>
      <p:sp>
        <p:nvSpPr>
          <p:cNvPr id="54" name="Espace réservé du contenu 2">
            <a:extLst>
              <a:ext uri="{FF2B5EF4-FFF2-40B4-BE49-F238E27FC236}">
                <a16:creationId xmlns:a16="http://schemas.microsoft.com/office/drawing/2014/main" id="{72C43595-A376-1E79-72F2-A5A0C3372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fr-FR" sz="2400" dirty="0"/>
              <a:t>------</a:t>
            </a:r>
            <a:r>
              <a:rPr lang="fr-FR" sz="2400" u="sng" dirty="0">
                <a:solidFill>
                  <a:schemeClr val="accent6">
                    <a:lumMod val="50000"/>
                  </a:schemeClr>
                </a:solidFill>
              </a:rPr>
              <a:t>Atteint</a:t>
            </a:r>
          </a:p>
          <a:p>
            <a:r>
              <a:rPr lang="fr-FR" sz="2400" dirty="0"/>
              <a:t>Jeu fonctionnelle </a:t>
            </a:r>
          </a:p>
          <a:p>
            <a:r>
              <a:rPr lang="fr-FR" sz="2400" dirty="0"/>
              <a:t>Mode multijoueur en local et en ligne </a:t>
            </a:r>
          </a:p>
          <a:p>
            <a:r>
              <a:rPr lang="fr-FR" sz="2400" dirty="0"/>
              <a:t>Mode solo contre l’IA</a:t>
            </a:r>
          </a:p>
          <a:p>
            <a:r>
              <a:rPr lang="fr-FR" sz="2400" dirty="0"/>
              <a:t>Interface ergonomique (avec SDL2) </a:t>
            </a:r>
          </a:p>
          <a:p>
            <a:endParaRPr lang="fr-FR" sz="2400" dirty="0"/>
          </a:p>
          <a:p>
            <a:r>
              <a:rPr lang="fr-FR" sz="2400" dirty="0"/>
              <a:t>------</a:t>
            </a:r>
            <a:r>
              <a:rPr lang="fr-FR" sz="2400" u="sng" dirty="0">
                <a:solidFill>
                  <a:srgbClr val="FF0000"/>
                </a:solidFill>
              </a:rPr>
              <a:t>Non atteint</a:t>
            </a:r>
          </a:p>
          <a:p>
            <a:r>
              <a:rPr lang="fr-FR" sz="2400" dirty="0"/>
              <a:t>Personnalisation des pions et du plateau </a:t>
            </a:r>
          </a:p>
          <a:p>
            <a:r>
              <a:rPr lang="fr-FR" sz="2400" dirty="0"/>
              <a:t>Effets sonores et animations pour rendre l’expérience plus immersive </a:t>
            </a:r>
          </a:p>
        </p:txBody>
      </p:sp>
    </p:spTree>
    <p:extLst>
      <p:ext uri="{BB962C8B-B14F-4D97-AF65-F5344CB8AC3E}">
        <p14:creationId xmlns:p14="http://schemas.microsoft.com/office/powerpoint/2010/main" val="13886041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7">
            <a:extLst>
              <a:ext uri="{FF2B5EF4-FFF2-40B4-BE49-F238E27FC236}">
                <a16:creationId xmlns:a16="http://schemas.microsoft.com/office/drawing/2014/main" id="{CBB2B1F0-0DD6-4744-9A46-7A344FB48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89CEAD1-3FBA-E878-E77E-1C8C2D20E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26720"/>
            <a:ext cx="10506456" cy="1919141"/>
          </a:xfrm>
        </p:spPr>
        <p:txBody>
          <a:bodyPr anchor="b">
            <a:normAutofit/>
          </a:bodyPr>
          <a:lstStyle/>
          <a:p>
            <a:r>
              <a:rPr lang="fr-FR" sz="6000"/>
              <a:t>Conclusion</a:t>
            </a:r>
          </a:p>
        </p:txBody>
      </p:sp>
      <p:sp>
        <p:nvSpPr>
          <p:cNvPr id="37" name="Rectangle 9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2899927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2776031"/>
            <a:ext cx="1873457" cy="137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8" name="Espace réservé du contenu 2">
            <a:extLst>
              <a:ext uri="{FF2B5EF4-FFF2-40B4-BE49-F238E27FC236}">
                <a16:creationId xmlns:a16="http://schemas.microsoft.com/office/drawing/2014/main" id="{057820FE-3E2A-7616-B9EC-25C4D04CC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337269"/>
            <a:ext cx="10509504" cy="2905686"/>
          </a:xfrm>
        </p:spPr>
        <p:txBody>
          <a:bodyPr>
            <a:normAutofit/>
          </a:bodyPr>
          <a:lstStyle/>
          <a:p>
            <a:r>
              <a:rPr lang="fr-FR" sz="2200" dirty="0"/>
              <a:t>Enrichissant et stimulant</a:t>
            </a:r>
          </a:p>
          <a:p>
            <a:r>
              <a:rPr lang="fr-FR" sz="2200" dirty="0"/>
              <a:t>Apprentissage de l’utilisation SDL (Bouton interactif, affichage…)</a:t>
            </a:r>
          </a:p>
          <a:p>
            <a:r>
              <a:rPr lang="fr-FR" sz="2200" dirty="0"/>
              <a:t>Apprentissage de la gestion des événements</a:t>
            </a:r>
          </a:p>
          <a:p>
            <a:r>
              <a:rPr lang="fr-FR" sz="2200" dirty="0"/>
              <a:t>Renforcement des compétences acquise en LIFAPI &amp; LIFAPSD</a:t>
            </a:r>
          </a:p>
        </p:txBody>
      </p:sp>
    </p:spTree>
    <p:extLst>
      <p:ext uri="{BB962C8B-B14F-4D97-AF65-F5344CB8AC3E}">
        <p14:creationId xmlns:p14="http://schemas.microsoft.com/office/powerpoint/2010/main" val="42798038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05A7F21C91634C9AD3B5B112A9FDFF" ma:contentTypeVersion="5" ma:contentTypeDescription="Crée un document." ma:contentTypeScope="" ma:versionID="86abea478c95d1ad403fb4c1a37ec4f3">
  <xsd:schema xmlns:xsd="http://www.w3.org/2001/XMLSchema" xmlns:xs="http://www.w3.org/2001/XMLSchema" xmlns:p="http://schemas.microsoft.com/office/2006/metadata/properties" xmlns:ns3="695dc77c-aeb9-467e-98ed-21145bdf3801" targetNamespace="http://schemas.microsoft.com/office/2006/metadata/properties" ma:root="true" ma:fieldsID="5fa7b1dce0118187005483a28caa4dc8" ns3:_="">
    <xsd:import namespace="695dc77c-aeb9-467e-98ed-21145bdf380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5dc77c-aeb9-467e-98ed-21145bdf38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95dc77c-aeb9-467e-98ed-21145bdf3801" xsi:nil="true"/>
  </documentManagement>
</p:properties>
</file>

<file path=customXml/itemProps1.xml><?xml version="1.0" encoding="utf-8"?>
<ds:datastoreItem xmlns:ds="http://schemas.openxmlformats.org/officeDocument/2006/customXml" ds:itemID="{7BE588E3-DC4A-448B-8140-69DD46D252C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95dc77c-aeb9-467e-98ed-21145bdf380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BFB2B3B-8251-491D-B6B8-2D8DE243205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96CD5AB-3786-424B-99D9-2E0C3547F9D9}">
  <ds:schemaRefs>
    <ds:schemaRef ds:uri="http://www.w3.org/XML/1998/namespace"/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695dc77c-aeb9-467e-98ed-21145bdf3801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356</TotalTime>
  <Words>440</Words>
  <Application>Microsoft Office PowerPoint</Application>
  <PresentationFormat>Grand écran</PresentationFormat>
  <Paragraphs>60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Thème Office</vt:lpstr>
      <vt:lpstr>Projet : Ludifai</vt:lpstr>
      <vt:lpstr>Introduction</vt:lpstr>
      <vt:lpstr>Objectif du projet</vt:lpstr>
      <vt:lpstr>Présentation PowerPoint</vt:lpstr>
      <vt:lpstr>Diagramme UML</vt:lpstr>
      <vt:lpstr>Présentation PowerPoint</vt:lpstr>
      <vt:lpstr>Résumé des classes</vt:lpstr>
      <vt:lpstr>Joueur</vt:lpstr>
      <vt:lpstr>Joueur : Diagramme</vt:lpstr>
      <vt:lpstr>Jeu</vt:lpstr>
      <vt:lpstr>Jeu : Diagramme</vt:lpstr>
      <vt:lpstr>AffichageSDL</vt:lpstr>
      <vt:lpstr>AffichageSDL</vt:lpstr>
      <vt:lpstr>Problématique rencontrées </vt:lpstr>
      <vt:lpstr>Conclusion</vt:lpstr>
      <vt:lpstr>Objectif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Ludifai</dc:title>
  <dc:creator>Farah Bouhnaida</dc:creator>
  <cp:lastModifiedBy>Farah Bouhnaida</cp:lastModifiedBy>
  <cp:revision>6</cp:revision>
  <dcterms:created xsi:type="dcterms:W3CDTF">2025-04-21T09:09:54Z</dcterms:created>
  <dcterms:modified xsi:type="dcterms:W3CDTF">2025-04-21T15:05:54Z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0x0101007C05A7F21C91634C9AD3B5B112A9FDFF</vt:lpwstr>
  </property>
</Properties>
</file>